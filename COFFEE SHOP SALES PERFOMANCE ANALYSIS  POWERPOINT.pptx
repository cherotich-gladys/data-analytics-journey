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496C-1107-E6FE-FE54-192B28484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CEBCF-C237-3C6B-E71E-C39CFD9E6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263F-F87A-A1C1-20B5-0218A063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C1500-8D6A-1640-FB6F-29E23E43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FA54C-D90B-6AA2-08DC-51632BFF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2898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2682-8873-4391-0CED-DA8E7760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D5A01-9F0A-BDB7-6272-05F349923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8D790-ED1E-2079-F3F3-A87183BB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4BC3B-756D-61B6-7ACA-877857C8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484E-6160-C287-066A-0281C02E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2772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84D5-B71F-3A46-2A8D-28ABDF7B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6D6F2-59F3-4281-0BE5-462D8F80D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F2AE-DDD3-6147-2625-407D74E6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94C95-A9BA-81E8-EB0E-3ABE3CF9A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348C-193A-EA32-6F37-6F484DA2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5761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964A-767A-1B92-8DE3-746620C0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84AC8-9769-1D3D-BBDC-9A6F4B129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D1E98-D008-BC27-9B91-037F75E19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FEE77-32B9-4BDD-2BA2-B280F23E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02C8F-4CFC-8B69-A6B7-0C13E723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4339A-21FF-2E2E-E5C3-EC7FCE76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1908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99865-4DEB-F506-4CD1-A2272C4BA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8AA17-0022-F42C-C780-0C9193BF3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4486A-8B55-6D14-EA77-95273C77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1F7D6-ACAF-7340-DB1D-2207F53C1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69E25-20BB-C1D0-D9C7-6EBCE3280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CD4B4-9277-98F5-D86B-587F580A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F37C7-F9C1-F694-B725-0602CC54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A8450E-8E14-AC1E-6FD0-FEDA9C47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4227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73F1-F5A3-54DE-5FF0-630D2185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7AF94-1CF9-5C8A-45A4-25E04593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8616A-65E8-3073-3C27-243937D6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B8293-1E72-8EF0-FC1D-2C832299D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54471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1E2F4-3D95-1556-065B-4D00ECC4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B5EA5-7D91-B9D0-23AE-40C602E7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9E9E9-4E0A-1ADC-5F94-8E6B8F11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6729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B06F-3F88-4405-4E3E-32BAC601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B5014-408A-9AD4-ED5F-735623D4C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91BE3-ADFF-3706-B909-0DFA2E1AD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673A4-16D5-662E-B4E5-5E79CF7E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88145-FC0D-D252-6BF2-00B44E71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AD15E-41E7-0692-9797-9170BC63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4041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E890-80DE-33E8-6700-A044F4CD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4E6F1-E648-D4F4-EB19-ECEC153E1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0103F-5C2D-9124-4872-5B90C89ED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F352C-8DEC-D924-CA68-CE27450E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06FE4-FCAC-BF57-0FB8-5C1C5CA9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4875B-5A03-1F03-9848-863560F0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56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D653-C7F0-C27B-DE96-20AFFE10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591DC-8BAB-D9A5-DC9A-75E794A78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2BB3D-6845-F9AC-D521-61122366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2578B-F7C3-54DB-7B7C-5ED9677C6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F5694-0CC0-1378-1C08-F21B2796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1110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00F25-AB06-0153-697E-2D7603319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8F5D4-D184-639F-51C4-A21D595D8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74AF2-3DC9-FA30-3363-EF5AE7AF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73720-7318-5491-AE42-1F21B01D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3D111-FB81-90B8-27D2-DA156EA1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9343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16D0EE-6491-0249-9681-EE2E7F90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09328-2A51-22E9-6683-095729770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E5170-3EEF-C860-1F82-995A06B79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7B36D-A8CE-45F4-A701-16F420E95A36}" type="datetimeFigureOut">
              <a:rPr lang="en-KE" smtClean="0"/>
              <a:t>11/09/2026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2A316-9570-2022-A920-AFBD021AD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11B65-B77B-6B76-72AE-8F3925045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EED81-A2FB-4B1C-9241-B2A6AF55141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4861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0119-BB01-2885-0F66-0832CAEB25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COFFEE SHOP SALES PERFOMANCE ANALYSIS</a:t>
            </a:r>
            <a:endParaRPr lang="en-KE" sz="54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FD591-E1F4-FF1C-109F-4485CD522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8542"/>
            <a:ext cx="9144000" cy="1458410"/>
          </a:xfrm>
        </p:spPr>
        <p:txBody>
          <a:bodyPr>
            <a:normAutofit/>
          </a:bodyPr>
          <a:lstStyle/>
          <a:p>
            <a:r>
              <a:rPr lang="en-US" dirty="0"/>
              <a:t>GLADYS CHEROTICH </a:t>
            </a:r>
          </a:p>
          <a:p>
            <a:r>
              <a:rPr lang="en-US" dirty="0"/>
              <a:t>ID/C8/700127</a:t>
            </a:r>
          </a:p>
          <a:p>
            <a:r>
              <a:rPr lang="en-US" dirty="0"/>
              <a:t>Group D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3760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9FC0-FF3C-17F6-BD59-528AEF89F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 statement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A4CD-8C3E-EAB1-6DF6-D0344D529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transaction patterns to identify revenue drivers, popular coffee product ,dominant payment  methods and busy hours to support pricing ,staffing ,inventory and customer service decisions.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399226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90F7-AA92-035C-72EC-ED4271A1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45371-369B-DBC0-FAFB-342883D72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KE" dirty="0" err="1"/>
              <a:t>Analyze</a:t>
            </a:r>
            <a:r>
              <a:rPr lang="en-KE" dirty="0"/>
              <a:t> overall coffee shop sales performance.</a:t>
            </a:r>
          </a:p>
          <a:p>
            <a:pPr lvl="0"/>
            <a:r>
              <a:rPr lang="en-KE" dirty="0"/>
              <a:t>Identify the coffee products that generate the highest sales.</a:t>
            </a:r>
          </a:p>
          <a:p>
            <a:pPr lvl="0"/>
            <a:r>
              <a:rPr lang="en-KE" dirty="0" err="1"/>
              <a:t>Analyze</a:t>
            </a:r>
            <a:r>
              <a:rPr lang="en-KE" dirty="0"/>
              <a:t> customer purchasing patterns across different coffee types.</a:t>
            </a:r>
          </a:p>
          <a:p>
            <a:pPr lvl="0"/>
            <a:r>
              <a:rPr lang="en-KE" dirty="0"/>
              <a:t>Identify sales trends over time.</a:t>
            </a:r>
          </a:p>
          <a:p>
            <a:pPr marL="0" lvl="0" indent="0">
              <a:buNone/>
            </a:pPr>
            <a:endParaRPr lang="en-KE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5693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8CC8-2851-8835-48CC-7A62D109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B5A6-E7E3-7175-C5D4-CAFB8AA12F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KE" b="1" dirty="0"/>
          </a:p>
          <a:p>
            <a:pPr lvl="0"/>
            <a:r>
              <a:rPr lang="en-KE" b="1" dirty="0"/>
              <a:t>Sales by Coffee Type</a:t>
            </a:r>
            <a:r>
              <a:rPr lang="en-US" dirty="0"/>
              <a:t>-Some</a:t>
            </a:r>
            <a:r>
              <a:rPr lang="en-KE" dirty="0"/>
              <a:t>coffee types contribute to</a:t>
            </a:r>
            <a:r>
              <a:rPr lang="en-US" dirty="0"/>
              <a:t> more </a:t>
            </a:r>
            <a:r>
              <a:rPr lang="en-KE" dirty="0"/>
              <a:t> sales than others</a:t>
            </a:r>
            <a:r>
              <a:rPr lang="en-US" dirty="0"/>
              <a:t> showing</a:t>
            </a:r>
            <a:r>
              <a:rPr lang="en-KE" dirty="0"/>
              <a:t> that customers have clear product preferences.</a:t>
            </a:r>
          </a:p>
          <a:p>
            <a:pPr lvl="0"/>
            <a:r>
              <a:rPr lang="en-KE" b="1" dirty="0"/>
              <a:t>Payment Methods:</a:t>
            </a:r>
            <a:r>
              <a:rPr lang="en-KE" dirty="0"/>
              <a:t> Customers use different payment methods</a:t>
            </a:r>
            <a:r>
              <a:rPr lang="en-US" dirty="0"/>
              <a:t>.Card </a:t>
            </a:r>
            <a:r>
              <a:rPr lang="en-KE" dirty="0"/>
              <a:t>method</a:t>
            </a:r>
            <a:r>
              <a:rPr lang="en-US" dirty="0"/>
              <a:t> </a:t>
            </a:r>
            <a:r>
              <a:rPr lang="en-KE" dirty="0"/>
              <a:t>accounting for a larger share of orders. This shows the importance of providing convenient payment options.</a:t>
            </a:r>
          </a:p>
          <a:p>
            <a:pPr lvl="0"/>
            <a:r>
              <a:rPr lang="en-KE" b="1" dirty="0"/>
              <a:t>Sales Trend Over Time:</a:t>
            </a:r>
            <a:r>
              <a:rPr lang="en-KE" dirty="0"/>
              <a:t> Sales vary across different dates and periods. Identifying periods of higher and lower sales can help the business plan promotions, staffing</a:t>
            </a:r>
            <a:r>
              <a:rPr lang="en-US" dirty="0"/>
              <a:t> </a:t>
            </a:r>
            <a:r>
              <a:rPr lang="en-KE" dirty="0"/>
              <a:t>and inventory.</a:t>
            </a:r>
          </a:p>
          <a:p>
            <a:pPr lvl="0"/>
            <a:r>
              <a:rPr lang="en-KE" b="1" dirty="0"/>
              <a:t>Product Performance:</a:t>
            </a:r>
            <a:r>
              <a:rPr lang="en-KE" dirty="0"/>
              <a:t> The differences in sales between coffee types can help management identify best-selling products and products that may need promotional support.</a:t>
            </a:r>
          </a:p>
          <a:p>
            <a:pPr lvl="0"/>
            <a:r>
              <a:rPr lang="en-KE" b="1" dirty="0"/>
              <a:t>Customer Purchasing Patterns:</a:t>
            </a:r>
            <a:r>
              <a:rPr lang="en-KE" dirty="0"/>
              <a:t> The sales data can be used to understand when and what customers are most likely to purchase</a:t>
            </a:r>
            <a:r>
              <a:rPr lang="en-US" dirty="0"/>
              <a:t> </a:t>
            </a:r>
            <a:r>
              <a:rPr lang="en-KE" dirty="0"/>
              <a:t>supporting better inventory and marketing decisions.</a:t>
            </a:r>
          </a:p>
          <a:p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CAF330-F127-C153-0D30-BE73DDE82F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6"/>
            <a:ext cx="5181600" cy="400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7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CB2A-F5A9-767D-DA0F-D2908A8A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22FD6-F37D-883B-581C-03A738303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KE" b="1" dirty="0"/>
          </a:p>
          <a:p>
            <a:pPr lvl="0"/>
            <a:r>
              <a:rPr lang="en-KE" b="1" dirty="0"/>
              <a:t>Focus on best-selling coffee products</a:t>
            </a:r>
            <a:br>
              <a:rPr lang="en-KE" dirty="0"/>
            </a:br>
            <a:r>
              <a:rPr lang="en-KE" dirty="0"/>
              <a:t>Ensure popular coffee types are available and consider promoting and upselling.</a:t>
            </a:r>
          </a:p>
          <a:p>
            <a:pPr lvl="0"/>
            <a:r>
              <a:rPr lang="en-KE" b="1" dirty="0"/>
              <a:t>Promote low-performing products</a:t>
            </a:r>
            <a:br>
              <a:rPr lang="en-KE" dirty="0"/>
            </a:br>
            <a:r>
              <a:rPr lang="en-KE" dirty="0" err="1"/>
              <a:t>Products</a:t>
            </a:r>
            <a:r>
              <a:rPr lang="en-KE" dirty="0"/>
              <a:t> with low sales </a:t>
            </a:r>
            <a:r>
              <a:rPr lang="en-US" dirty="0" err="1"/>
              <a:t>sh</a:t>
            </a:r>
            <a:r>
              <a:rPr lang="en-KE" dirty="0" err="1"/>
              <a:t>ould</a:t>
            </a:r>
            <a:r>
              <a:rPr lang="en-KE" dirty="0"/>
              <a:t> be included in promotions, discounts</a:t>
            </a:r>
            <a:r>
              <a:rPr lang="en-US" dirty="0"/>
              <a:t> </a:t>
            </a:r>
            <a:r>
              <a:rPr lang="en-KE" dirty="0"/>
              <a:t>or combo deals to increase customer interest.</a:t>
            </a:r>
          </a:p>
          <a:p>
            <a:pPr lvl="0"/>
            <a:r>
              <a:rPr lang="en-KE" b="1" dirty="0"/>
              <a:t>Maintain multiple payment options</a:t>
            </a:r>
            <a:br>
              <a:rPr lang="en-KE" dirty="0"/>
            </a:br>
            <a:r>
              <a:rPr lang="en-KE" dirty="0"/>
              <a:t>Since customers use different payment methods the coffee shop should continue supporting convenient payment options to avoid losing sales.</a:t>
            </a:r>
          </a:p>
          <a:p>
            <a:pPr lvl="0"/>
            <a:r>
              <a:rPr lang="en-KE" b="1" dirty="0"/>
              <a:t>Encourage repeat purchases</a:t>
            </a:r>
            <a:br>
              <a:rPr lang="en-KE" dirty="0"/>
            </a:br>
            <a:r>
              <a:rPr lang="en-KE" dirty="0"/>
              <a:t>The coffee shop could introduce loyalty programs, discounts</a:t>
            </a:r>
            <a:r>
              <a:rPr lang="en-US"/>
              <a:t> </a:t>
            </a:r>
            <a:r>
              <a:rPr lang="en-KE"/>
              <a:t>or </a:t>
            </a:r>
            <a:r>
              <a:rPr lang="en-KE" dirty="0"/>
              <a:t>personalized offers to encourage customers to return.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0135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301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 Black</vt:lpstr>
      <vt:lpstr>Office Theme</vt:lpstr>
      <vt:lpstr>COFFEE SHOP SALES PERFOMANCE ANALYSIS</vt:lpstr>
      <vt:lpstr>Problem statement</vt:lpstr>
      <vt:lpstr>Objective</vt:lpstr>
      <vt:lpstr>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Cherotich Gladys</dc:creator>
  <cp:lastModifiedBy>Cherotich Gladys</cp:lastModifiedBy>
  <cp:revision>1</cp:revision>
  <dcterms:created xsi:type="dcterms:W3CDTF">2026-09-11T09:06:27Z</dcterms:created>
  <dcterms:modified xsi:type="dcterms:W3CDTF">2026-09-11T09:22:48Z</dcterms:modified>
</cp:coreProperties>
</file>